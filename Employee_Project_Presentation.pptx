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Employee Management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Workbook Analysis and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Records: 24</a:t>
            </a:r>
          </a:p>
          <a:p>
            <a:r>
              <a:t>Columns: SAGAR VALMIKI INFOTECH PRICATE&amp;LTD, None, None, None, None, None, None, None, None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Employee Attence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Records: 24</a:t>
            </a:r>
          </a:p>
          <a:p>
            <a:r>
              <a:t>Columns: SAGAR VALMIKI INFOTECH SOLUTION &amp; PVT LIMITED , None, None, None, None, None, None, None, None, None, None, None, None, None, None,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Employee Salary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Records: 24</a:t>
            </a:r>
          </a:p>
          <a:p>
            <a:r>
              <a:t>Columns: SAGAR VALMIKI INFOTECH SOLUTION &amp; PVT LIMITED , None, None, None, None, None, None, None, None, None, None, None, None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